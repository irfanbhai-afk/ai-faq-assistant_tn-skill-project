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FAQ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Naan Mudhalvan – 3rd Year Project</a:t>
            </a:r>
            <a:br/>
            <a:r>
              <a:t>MOHAMMED IRFAN.A</a:t>
            </a:r>
            <a:br/>
            <a: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Conversational system for frequently asked questions</a:t>
            </a:r>
            <a:br/>
            <a:r>
              <a:t>• Provides quick and consistent answers</a:t>
            </a:r>
            <a:br/>
            <a:r>
              <a:t>• Useful for colleges, departments and support centers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Users spend time searching static FAQ pages</a:t>
            </a:r>
            <a:br/>
            <a:r>
              <a:t>• Repeated questions consume staff time</a:t>
            </a:r>
            <a:br/>
            <a:r>
              <a:t>• Need for a simple automated response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Automate common queries</a:t>
            </a:r>
            <a:br/>
            <a:r>
              <a:t>• Provide instant responses</a:t>
            </a:r>
            <a:br/>
            <a:r>
              <a:t>• Maintain a structured FAQ knowledge base</a:t>
            </a:r>
            <a:br/>
            <a:r>
              <a:t>• Improve accessibility and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Manual enquiries</a:t>
            </a:r>
            <a:br/>
            <a:r>
              <a:t>• Static FAQ pages</a:t>
            </a:r>
            <a:br/>
            <a:r>
              <a:t>• Phone/help-desk support</a:t>
            </a:r>
            <a:br/>
            <a:r>
              <a:t>• Slow or repetitive response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Chat-based interface</a:t>
            </a:r>
            <a:br/>
            <a:r>
              <a:t>• Query processing and matching</a:t>
            </a:r>
            <a:br/>
            <a:r>
              <a:t>• FAQ knowledge base</a:t>
            </a:r>
            <a:br/>
            <a:r>
              <a:t>• Relevant answer selection</a:t>
            </a:r>
            <a:br/>
            <a:r>
              <a:t>• Fallback for unknown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User → Chat UI → Query Processing → FAQ Matching → Knowledge Base → Response</a:t>
            </a:r>
            <a:br/>
            <a:br/>
            <a:r>
              <a:t>Optional: AI/API layer for advanced semantic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User Interface</a:t>
            </a:r>
            <a:br/>
            <a:r>
              <a:t>2. Query Processing</a:t>
            </a:r>
            <a:br/>
            <a:r>
              <a:t>3. FAQ Matching</a:t>
            </a:r>
            <a:br/>
            <a:r>
              <a:t>4. Response Generation</a:t>
            </a:r>
            <a:br/>
            <a:r>
              <a:t>5. Knowledge Base</a:t>
            </a:r>
            <a:br/>
            <a:r>
              <a:t>6. Admin/Update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HTML – page structure</a:t>
            </a:r>
            <a:br/>
            <a:r>
              <a:t>• CSS – responsive design</a:t>
            </a:r>
            <a:br/>
            <a:r>
              <a:t>• JavaScript – interaction and logic</a:t>
            </a:r>
            <a:br/>
            <a:r>
              <a:t>• Optional Python/Node.js – backend</a:t>
            </a:r>
            <a:br/>
            <a:r>
              <a:t>• JSON/SQL/MongoDB – FAQ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User enters a question</a:t>
            </a:r>
            <a:br/>
            <a:r>
              <a:t>• Text is normalized</a:t>
            </a:r>
            <a:br/>
            <a:r>
              <a:t>• Keywords/intent are identified</a:t>
            </a:r>
            <a:br/>
            <a:r>
              <a:t>• FAQ entries are compared</a:t>
            </a:r>
            <a:br/>
            <a:r>
              <a:t>• Best answer is selected</a:t>
            </a:r>
            <a:br/>
            <a:r>
              <a:t>• Response is displayed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User: What are the college office timings?</a:t>
            </a:r>
            <a:br/>
            <a:r>
              <a:t>Assistant: The office timings are available in the institution's FAQ knowledge base.</a:t>
            </a:r>
            <a:br/>
            <a:br/>
            <a:r>
              <a:t>Other categories: Admission, Fees, Courses, Exams, Contact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Known FAQ query test</a:t>
            </a:r>
            <a:br/>
            <a:r>
              <a:t>• Keyword variation test</a:t>
            </a:r>
            <a:br/>
            <a:r>
              <a:t>• Empty input test</a:t>
            </a:r>
            <a:br/>
            <a:r>
              <a:t>• Unknown query/fallback test</a:t>
            </a:r>
            <a:br/>
            <a:r>
              <a:t>• UI and usability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Advantages:</a:t>
            </a:r>
            <a:br/>
            <a:r>
              <a:t>• Fast and consistent</a:t>
            </a:r>
            <a:br/>
            <a:r>
              <a:t>• Reduces repetitive work</a:t>
            </a:r>
            <a:br/>
            <a:r>
              <a:t>• Easy to update</a:t>
            </a:r>
            <a:br/>
            <a:br/>
            <a:r>
              <a:t>Limitations:</a:t>
            </a:r>
            <a:br/>
            <a:r>
              <a:t>• Depends on FAQ quality</a:t>
            </a:r>
            <a:br/>
            <a:r>
              <a:t>• Ambiguous questions may need better NLP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Tamil/multilingual support</a:t>
            </a:r>
            <a:br/>
            <a:r>
              <a:t>• Voice input/output</a:t>
            </a:r>
            <a:br/>
            <a:r>
              <a:t>• Semantic search</a:t>
            </a:r>
            <a:br/>
            <a:r>
              <a:t>• Admin dashboard</a:t>
            </a:r>
            <a:br/>
            <a:r>
              <a:t>• Analytics</a:t>
            </a:r>
            <a:br/>
            <a:r>
              <a:t>• Database/API integration</a:t>
            </a:r>
            <a:br/>
            <a:r>
              <a:t>• Generative AI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AI FAQ Assistant demonstrates practical AI and web development concepts.</a:t>
            </a:r>
            <a:br/>
            <a:br/>
            <a:r>
              <a:t>It can provide fast answers to common questions and can be expanded into a complete institutional virtual assistant.</a:t>
            </a:r>
            <a:br/>
            <a:br/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